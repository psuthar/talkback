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/>
  <p:sldSz cx="9144000" cy="6858000"/>
  <p:notesSz cx="6858000" cy="9144000"/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 standalone="yes"?>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p>
            <a:r>
              <a:t>E2E Test Slide Content</a:t>
            </a:r>
          </a:p>
        </p:txBody>
      </p:sp>
    </p:spTree>
  </p:cSld>
</p:sld>
</file>